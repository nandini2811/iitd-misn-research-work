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493" autoAdjust="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47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7:42:33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386 2336 24575,'553'-313'0,"-440"245"0,-83 49 0,-19 11 0,1 1 0,0 0 0,0 1 0,17-6 0,21-8 0,94-50 0,-33 13 0,-79 42 0,216-109 0,-242 121 0,-1-1 0,0 1 0,0-1 0,0 0 0,8-8 0,-13 11 0,0 1 0,1 0 0,-1-1 0,0 1 0,1-1 0,-1 1 0,0-1 0,0 1 0,1-1 0,-1 1 0,0-1 0,0 1 0,0-1 0,0 1 0,0-1 0,0 1 0,0-1 0,1 1 0,-2-1 0,1 1 0,0-1 0,0 1 0,0-1 0,0 1 0,0-1 0,0 1 0,0-1 0,-1 0 0,0 0 0,0 0 0,0 1 0,-1-1 0,1 0 0,0 0 0,0 1 0,-1-1 0,1 1 0,-1-1 0,1 1 0,0-1 0,-1 1 0,1 0 0,-1 0 0,-2 0 0,-88-1 0,70 2 0,-1-1 0,1-1 0,-1-1 0,-32-6 0,-22-16 0,2-4 0,-75-38 0,106 45 0,9 5 0,-19-7 0,1-3 0,-83-55 0,131 78 0,0 0 0,1-1 0,0 0 0,0 0 0,-7-9 0,10 12 0,1 0 0,-1 0 0,0 0 0,1 0 0,-1 0 0,1 0 0,-1 0 0,1-1 0,0 1 0,-1 0 0,1 0 0,0 0 0,0 0 0,0 0 0,0-1 0,0 1 0,0 0 0,0 0 0,0 0 0,0 0 0,1-1 0,-1 1 0,0 0 0,1 0 0,-1 0 0,1 0 0,-1 0 0,1 0 0,-1 0 0,1 0 0,0 0 0,0 0 0,-1 0 0,1 0 0,2-1 0,9-5 0,0-1 0,1 2 0,0 0 0,0 0 0,1 1 0,-1 1 0,26-5 0,-16 4 0,197-44 0,373-33 0,-544 77 0,-19 1 0,0 1 0,1 2 0,50 4 0,-89 3 0,-12 2 0,-190 52 0,-183 61 0,-20 63 0,296-127 0,105-51 0,4-3 0,0 1 0,0 0 0,0 0 0,1 1 0,-12 9 0,19-14 0,-1 1 0,1-1 0,0 0 0,-1 0 0,1 1 0,0-1 0,0 0 0,-1 1 0,1-1 0,0 0 0,0 1 0,-1-1 0,1 0 0,0 1 0,0-1 0,0 0 0,0 1 0,0-1 0,0 0 0,0 1 0,0-1 0,0 1 0,0-1 0,0 0 0,0 1 0,0-1 0,0 1 0,0-1 0,0 0 0,0 1 0,0-1 0,0 0 0,0 1 0,1-1 0,-1 1 0,0-1 0,0 0 0,0 0 0,1 1 0,-1-1 0,0 0 0,0 1 0,1-1 0,-1 0 0,0 0 0,1 1 0,-1-1 0,1 0 0,21 8 0,-22-8 0,75 14 0,130 9 0,-104-15 0,845 112 0,-899-113 0,-29-5 0,1 1 0,-1 0 0,19 7 0,-36-10 0,0 1 0,0-1 0,0 0 0,0 0 0,0 1 0,0-1 0,0 0 0,0 1 0,0-1 0,0 1 0,-1-1 0,1 1 0,0-1 0,0 1 0,-1 0 0,1-1 0,0 1 0,-1 0 0,1-1 0,-1 1 0,1 0 0,-1 0 0,1 0 0,-1 0 0,1 0 0,-1 1 0,0-1 0,-1 1 0,0-1 0,0 0 0,0 0 0,0 0 0,0 0 0,0 0 0,0 0 0,0 0 0,-1 0 0,1 0 0,0 0 0,-1-1 0,1 1 0,0-1 0,-1 1 0,1-1 0,-1 1 0,-2 0 0,-37 9 0,0-1 0,-56 5 0,-629 47-407,189-20 149,-17 19 258,549-60 0,-12 3 0,31 2 0,78 9 294,144 4 0,-146-13-217,234 12-154,251 17-257,-1 31 125,-197 1 726,-369-64-491,1 0 0,0 1-1,-1 0 1,12 5 0,-19-8-27,0 1 1,1-1-1,-1 1 0,0 0 1,0 0-1,1-1 0,-1 1 0,0 0 1,0 0-1,0 0 0,0 0 0,0 0 1,0 0-1,-1 1 0,1-1 1,0 0-1,0 0 0,-1 1 0,1-1 1,-1 0-1,1 1 0,-1-1 1,0 0-1,1 1 0,-1-1 0,0 1 1,0-1-1,0 0 0,0 1 1,0-1-1,0 1 0,-1-1 0,1 1 1,0-1-1,-2 3 0,1-1 1,-1 0 0,0 0 0,0 0 0,0 0 0,-1 0 0,1 0 0,-1 0 0,1-1 0,-1 1 0,0-1 0,-6 4 0,-45 20 0,43-21 0,-108 42-7,-175 43 1,173-56-145,-475 134-294,-641 194-315,1081-309 760,134-40-20,21-13 19,1 0 1,0 0 0,0 0-1,0 1 1,0-1-1,0 0 1,0 0 0,0 0-1,0 0 1,0 1-1,0-1 1,0 0 0,0 0-1,0 0 1,0 1 0,0-1-1,0 0 1,0 0-1,0 0 1,0 1 0,0-1-1,0 0 1,0 0-1,0 0 1,0 0 0,0 1-1,0-1 1,0 0 0,0 0-1,0 0 1,1 0-1,-1 1 1,0-1 0,0 0-1,0 0 1,0 0-1,0 0 1,0 0 0,1 0-1,-1 0 1,0 1-1,0-1 1,0 0 0,1 0-1,-1 0 1,0 0 0,0 0-1,0 0 1,0 0-1,1 0 1,-1 0 0,0 0-1,48 5 206,1259 98 32,-257 69-284,-1038-169 182,9 0 98,-1 2 0,21 6 0,-32-6-174,-16-3 0,-29-6 4,-396-99-423,6-36-274,335 108 525,-1031-359-1563,1108 385 1714,9 4 19,1 0-1,-1-1 1,1 1 0,0-1-1,-1 0 1,1 0 0,0-1-1,0 1 1,0-1-1,-6-5 1,10 7-54,0 1-1,0 0 1,0-1-1,0 1 1,0 0-1,0 0 1,0-1-1,0 1 1,0 0-1,0-1 1,0 1-1,0 0 1,0-1-1,0 1 1,0 0-1,0 0 1,0-1-1,1 1 1,-1 0-1,0 0 1,0-1-1,0 1 1,0 0-1,1 0 1,-1-1-1,0 1 1,0 0-1,0 0 1,1 0-1,-1-1 1,0 1-1,0 0 1,1 0-1,-1 0 1,0 0-1,1 0 1,-1 0-1,0 0 1,0 0-1,1-1 1,-1 1-1,0 0 1,1 0-1,-1 0 1,0 0-1,1 1 1,22-5 261,0 0 1,0 2-1,0 1 1,0 1 0,40 5-1,-21-2-171,837 99-45,-771-84-52,192 26 0,-280-44 0,-20 0 0,0 0 0,0 0 0,0 0 0,0 0 0,0-1 0,0 1 0,1 0 0,-1 0 0,0 0 0,0 0 0,0 0 0,0 0 0,0 0 0,0-1 0,0 1 0,0 0 0,0 0 0,0 0 0,0 0 0,0 0 0,0 0 0,0-1 0,0 1 0,0 0 0,0 0 0,0 0 0,0 0 0,0 0 0,0 0 0,0-1 0,0 1 0,0 0 0,0 0 0,0 0 0,0 0 0,0 0 0,0 0 0,0-1 0,0 1 0,0 0 0,-1 0 0,1 0 0,0 0 0,0 0 0,0 0 0,0 0 0,0 0 0,0 0 0,0 0 0,0 0 0,-1-1 0,1 1 0,0 0 0,0 0 0,0 0 0,-33-18 0,32 17 0,-638-309 0,630 306 0,-39-20 0,45 21 0,-1 1 0,1 0 0,0-1 0,-1 1 0,1-1 0,0 0 0,0 0 0,1 0 0,-5-6 0,7 9 0,0-1 0,0 1 0,0 0 0,-1-1 0,1 1 0,0 0 0,0-1 0,0 1 0,0-1 0,0 1 0,0 0 0,0-1 0,0 1 0,0-1 0,0 1 0,0 0 0,0-1 0,0 1 0,0-1 0,1 1 0,-1 0 0,0-1 0,0 1 0,0 0 0,0-1 0,1 1 0,-1 0 0,0-1 0,0 1 0,1 0 0,-1 0 0,0-1 0,1 1 0,-1 0 0,0 0 0,1-1 0,-1 1 0,0 0 0,1 0 0,-1 0 0,1-1 0,21-4 0,-20 5 0,56-5 0,0 2 0,0 3 0,77 10 0,-54-4 0,829 69 0,-867-67 0,-27-3 0,-13-4 0,-5 0 0,-34-3 0,-46-7 0,45 4 0,-1278-89-798,1261 94 1020,1 3 0,-92 16-1,134-13-90,15 2-96,24 7-67,-26-14 31,361 146 1,-205-87 0,1336 455-1058,-1345-467 1033,-140-45 25,59 19 0,70 33 0,-132-52-4,-1-1-1,0 1 1,0 0-1,0 1 1,0-1-1,8 9 1,-12-12 24,0 1 1,-1 0 0,1 0-1,0 0 1,-1 0 0,1 0-1,-1 0 1,1 1 0,-1-1-1,1 0 1,-1 0 0,0 0-1,0 0 1,1 0 0,-1 1-1,0-1 1,0 0 0,0 0-1,0 0 1,0 1 0,-1-1-1,1 0 1,0 0-1,0 0 1,-1 0 0,1 0-1,-1 1 1,1-1 0,-1 0-1,0 0 1,1 0 0,-1 0-1,0 0 1,1-1 0,-1 1-1,0 0 1,0 0 0,0 0-1,0-1 1,0 1 0,-1 0-1,-14 10 30,-1 0 1,0-2-1,-1 0 0,-36 13 0,33-14-54,-364 125-279,-15-19-172,167-50 343,77-19 108,-649 201-56,788-240 67,11-5 15,0 1 1,0 1-1,0-1 0,0 1 1,-7 4-1,13-7-14,0 0 0,0 0 0,0 0 0,0 0 0,0 1 0,0-1 0,-1 0 0,1 0 0,0 0 1,0 0-1,0 0 0,0 0 0,0 0 0,0 1 0,0-1 0,0 0 0,0 0 0,0 0 0,0 0 0,0 0 0,0 1 0,0-1 0,0 0 0,0 0 1,0 0-1,0 0 0,0 0 0,0 1 0,0-1 0,0 0 0,0 0 0,0 0 0,0 0 0,0 0 0,0 0 0,0 1 0,0-1 0,0 0 0,0 0 1,1 0-1,-1 0 0,0 0 0,0 0 0,0 0 0,0 1 0,0-1 0,0 0 0,0 0 0,1 0 0,-1 0 0,0 0 0,0 0 0,0 0 0,0 0 1,0 0-1,0 0 0,1 0 0,-1 0 0,0 0 0,0 0 0,0 0 0,0 0 0,0 0 0,1 0 0,-1 0 0,0 0 0,0 0 0,0 0 0,1 0 1,20 5 34,0-1 0,1-1 0,-1-1 0,36-2 0,-11 1-50,1366 140-1178,-972-53 1136,-175-32 57,-258-55-11,1 1 27,1-1 0,-1 1 0,0 0 0,0 1 0,0 0-1,9 5 1,-17-8-11,0 0 1,1 0-1,-1 0 0,0 0 1,0 1-1,1-1 0,-1 0 1,0 0-1,0 0 0,0 1 0,1-1 1,-1 0-1,0 0 0,0 1 1,0-1-1,0 0 0,0 0 0,1 1 1,-1-1-1,0 0 0,0 0 1,0 1-1,0-1 0,0 0 1,0 1-1,0-1 0,0 0 0,0 0 1,0 1-1,0-1 0,0 0 1,0 1-1,0-1 0,-1 0 0,1 0 1,0 1-1,0-1 0,0 0 1,0 0-1,0 1 0,0-1 1,-1 0-1,1 0 0,0 0 0,0 1 1,0-1-1,-1 0 0,1 0 1,0 0-1,0 1 0,-1-1 0,1 0 1,0 0-1,0 0 0,-1 0 1,1 0-1,0 0 0,-1 0 1,1 0-1,0 0 0,0 0 0,-1 0 1,1 0-1,0 0 0,-1 0 1,1 0-1,-1 0 0,-29 5 105,-161-13-74,135 3-48,-912-92-1766,-6-27-1370,157 19 1826,745 97 1342,41 6 163,1-1 0,-1-2 0,1-1 0,-42-13 0,71 18-138,-1 1 1,1-1 0,0 1-1,-1-1 1,1 0-1,0 1 1,-1-1 0,1 0-1,0 0 1,0 0 0,0 0-1,0 0 1,0 0-1,0 0 1,0 0 0,0 0-1,-1-2 1,2 2-18,0 0-1,0 0 1,0 0 0,1 0 0,-1 0-1,0 0 1,0 0 0,1 0 0,-1 0-1,0 0 1,1 1 0,-1-1 0,1 0-1,-1 0 1,1 0 0,-1 1 0,1-1-1,0 0 1,-1 1 0,1-1 0,0 0-1,0 1 1,-1-1 0,1 1 0,0-1-1,0 1 1,1-1 0,15-7 231,0 1 0,0 1-1,1 0 1,-1 2 0,1 0 0,26-3 0,-33 6-169,404-39 1098,10 33-2067,-364 7 852,560-1 14,624-8 6,-1049 6-20,141-5-27,-335 8 53,19-3-28,-21-1 52,-12-4 116,-125-40 678,86 32-813,-657-201-621,-423-141-1808,540 170 2400,568 181 17,9 3 46,7 2 76,0 0 1,0-1-1,0 1 1,1-1-1,-8-5 0,13 8-114,1 0 0,0 0 0,0 0-1,-1 0 1,1 0 0,0 0 0,0 0-1,0 0 1,-1 0 0,1-1 0,0 1-1,0 0 1,0 0 0,0 0-1,-1 0 1,1 0 0,0-1 0,0 1-1,0 0 1,0 0 0,0 0 0,-1-1-1,1 1 1,0 0 0,0 0 0,0 0-1,0-1 1,0 1 0,0 0 0,0 0-1,0-1 1,0 1 0,0 0 0,0 0-1,0-1 1,0 1 0,0 0-1,0 0 1,0 0 0,0-1 0,0 1-1,0 0 1,1 0 0,-1 0 0,0-1-1,0 1 1,0 0 0,0 0 0,0 0-1,1-1 1,-1 1 0,0 0 0,0 0-1,0 0 1,0 0 0,1 0-1,-1-1 1,0 1 0,0 0 0,0 0-1,1 0 1,-1 0 0,0 0 0,0 0-1,1 0 1,18-4 621,25 4-343,-1 2 0,1 1 1,59 14-1,-54-9-237,187 31-49,177 26 0,3-33 0,260-76 0,-663 43 0,11-1 0,0-2 0,35-9 0,-58 13 0,0 0 0,1-1 0,-1 1 0,0 0 0,0-1 0,1 0 0,-1 1 0,0-1 0,0 0 0,0 1 0,0-1 0,0 0 0,0 0 0,0 0 0,0 0 0,0 0 0,0 0 0,0-2 0,0 2 0,-2 0 0,1 0 0,0 0 0,0 0 0,0 0 0,0-1 0,-1 1 0,1 0 0,0 0 0,-1 0 0,1 0 0,-1 0 0,1 0 0,-1 1 0,0-1 0,1 0 0,-1 0 0,0 0 0,0 0 0,0 1 0,1-1 0,-1 0 0,0 1 0,-1-1 0,-17-12 0,-1 1 0,0 1 0,-1 0 0,-25-8 0,27 11 0,-93-35 0,-1 4 0,-2 6 0,-172-27 0,78 32 0,-236-2 0,-266 54 0,682-22 0,-127 17 0,244-29 0,674-90-260,-288 41-2,479-64 158,-895 118 104,24-4 0,-82 7 0,-7-2 8,-13-4 88,-380-98-252,-689-94-1,302 121 131,753 76 21,1 1 5,21 2 0,-1-1 0,1 0 0,0-1 0,0 0 0,0 0 0,0-2 0,1 1 0,-20-10 0,30 13 13,0 0-1,0-1 1,1 1-1,-1 0 1,0-1-1,0 1 0,1-1 1,-1 1-1,0-1 1,1 1-1,-1-1 0,0 1 1,1-1-1,-1 0 1,1 1-1,-1-1 0,1 0 1,-1 1-1,1-1 1,0 0-1,-1 0 1,1 1-1,0-1 0,0 0 1,-1 0-1,1 0 1,0 0-1,0 1 0,0-1 1,0 0-1,0 0 1,0 0-1,0 0 1,0 1-1,0-1 0,1 0 1,-1 0-1,0 0 1,1 0-1,-1 1 0,0-1 1,1 0-1,-1 1 1,1-1-1,0-1 1,2-1 16,0 1 1,0-1 0,1 0 0,0 1-1,-1 0 1,1-1 0,0 1 0,7-2 0,58-18-22,1 2 0,100-14 1,-89 20-8,1934-405-1196,-1913 395 1195,231-61 0,-325 83 12,-2 0 40,-1 1 0,1-1 0,0 0 1,-1-1-1,6-3 0,-10 6-36,0-1 0,0 0 0,0 1 0,0-1 0,0 0 0,0 0 0,-1 0 0,1 1 0,0-1 0,-1 0 1,1 0-1,-1 0 0,1 0 0,-1 0 0,1 0 0,-1 0 0,0-1 0,1 1 0,-1 0 0,0 0 0,0 0 0,0 0 0,0 0 0,0 0 0,0 0 0,0-1 0,0 1 0,0 0 0,-1 0 1,1 0-1,0 0 0,-2-2 0,-2-5 26,0 0 1,-1 0 0,-1 0 0,1 1-1,-1 0 1,0 0 0,-9-7 0,7 6-45,-65-61 23,-90-66-1,-97-53-225,-405-243-950,84 59-55,517 328-4452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7:43:04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7:43:32.9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1082 241 24575,'-506'107'0,"158"-26"0,330-79 0,23-7 0,28-10 0,403-140 0,-405 145 0,-25 8 0,-8 0 0,-14 2 0,-27 5 0,19 0 0,1 1 0,-1 1 0,-24 12 0,34-10 0,14-9 0,0 0 0,0 0 0,0 0 0,0 0 0,0 0 0,0 0 0,0 0 0,0 1 0,0-1 0,0 0 0,0 0 0,0 0 0,0 0 0,0 0 0,0 0 0,0 1 0,0-1 0,0 0 0,0 0 0,0 0 0,0 0 0,0 0 0,0 0 0,0 0 0,0 1 0,0-1 0,0 0 0,0 0 0,0 0 0,1 0 0,-1 0 0,0 0 0,0 0 0,0 0 0,0 0 0,0 0 0,0 0 0,0 1 0,1-1 0,-1 0 0,0 0 0,0 0 0,0 0 0,0 0 0,0 0 0,0 0 0,1 0 0,-1 0 0,0 0 0,0 0 0,0 0 0,29-2 0,150-38 0,2 0 0,-158 39 0,-23 1 0,0 0 0,1 0 0,-1 0 0,0 1 0,0-1 0,0 0 0,0 0 0,0 0 0,0 0 0,0 0 0,0 0 0,0 1 0,0-1 0,0 0 0,0 0 0,0 0 0,0 0 0,0 0 0,0 1 0,0-1 0,0 0 0,0 0 0,0 0 0,0 0 0,0 0 0,0 0 0,0 1 0,0-1 0,0 0 0,0 0 0,0 0 0,-1 0 0,1 0 0,0 0 0,0 1 0,0-1 0,0 0 0,0 0 0,0 0 0,0 0 0,-1 0 0,1 0 0,0 0 0,0 0 0,0 0 0,0 0 0,0 0 0,0 0 0,-1 0 0,1 0 0,0 0 0,0 0 0,0 0 0,0 0 0,0 0 0,-1 0 0,1 0 0,0 0 0,-36 15 0,13-7 0,6-3 0,-1 1 0,2 1 0,-1 0 0,1 2 0,-24 15 0,40-24 0,-1 0 0,1 0 0,0 0 0,0 0 0,0 0 0,0 0 0,-1 0 0,1 0 0,0 1 0,0-1 0,0 0 0,0 0 0,0 0 0,0 0 0,0 0 0,0 0 0,-1 1 0,1-1 0,0 0 0,0 0 0,0 0 0,0 0 0,0 1 0,0-1 0,0 0 0,0 0 0,0 0 0,0 0 0,0 1 0,0-1 0,0 0 0,0 0 0,0 0 0,0 0 0,0 1 0,0-1 0,0 0 0,0 0 0,0 0 0,1 0 0,-1 0 0,0 1 0,0-1 0,0 0 0,0 0 0,0 0 0,0 0 0,1 0 0,10 4 0,19-1 0,-30-3 0,338-16 0,-249 8 0,166-12 0,-253 20 0,46 3 0,-47-4 0,0 1 0,0 1 0,-1-1 0,1 0 0,0 0 0,0 0 0,0 0 0,0 1 0,0-1 0,-1 0 0,1 1 0,0-1 0,0 1 0,0-1 0,-1 1 0,1-1 0,0 1 0,-1-1 0,1 1 0,-1 0 0,1-1 0,0 1 0,-1 0 0,1 0 0,-1-1 0,0 1 0,1 0 0,-1 0 0,0 0 0,1-1 0,-1 1 0,0 0 0,0 0 0,0 0 0,0 0 0,0 0 0,0 0 0,0-1 0,0 1 0,0 0 0,0 0 0,0 0 0,-1 0 0,1 0 0,-1 1 0,-2 4 0,0-1 0,0 1 0,-1-1 0,1 0 0,-1 0 0,-1 0 0,1-1 0,-1 1 0,1-1 0,-12 7 0,-5 3 0,-35 15 0,-8 6 0,58-27 0,18-9 0,18-7 0,-16 5 0,-10 5 0,-6 0 0,1 0 0,-1-1 0,1 1 0,-1-1 0,0 1 0,1-1 0,-1 0 0,0 0 0,0 0 0,-4 2 0,-225 89 0,151-64 0,-266 94-141,-363 142-276,692-256 417,30-12 0,5-1 0,1001-244-371,-929 230 339,-35 7 32,701-126 0,-735 136 0,-12 0 0,-1 1 0,0 0 0,1 1 0,15 1 0,-24-1 0,0 0 0,0 0 0,0 0 0,0 0 0,1 0 0,-1 1 0,0-1 0,0 0 0,0 0 0,0 0 0,1 0 1,-1 0-1,0 0 0,0 0 0,0 0 0,0 0 0,0 1 0,0-1 0,1 0 0,-1 0 0,0 0 0,0 0 1,0 0-1,0 1 0,0-1 0,0 0 0,0 0 0,0 0 0,0 0 0,0 0 0,0 1 0,0-1 0,0 0 1,0 0-1,0 0 0,0 0 0,0 1 0,0-1 0,0 0 0,0 0 0,0 0 0,0 0 0,0 1 0,0-1 1,0 0-1,0 0 0,0 0 0,0 0 0,0 1 0,-1-1 0,1 0 0,0 0 0,0 0 0,0 0 0,0 0 1,0 0-1,0 0 0,-1 1 0,1-1 0,0 0 0,0 0 0,0 0 0,0 0 0,-1 0 0,1 0 0,0 0 1,-12 9 145,12-9-138,-28 16 125,-1-1 1,0-1 0,-1-2-1,0-1 1,-38 9-1,230-67-133,-59 16 0,443-113-324,11 35 0,-505 102 324,-283 61 566,159-36-484,-97 25-82,277-79 0,69-21 0,-109 40 0,-39 11 0,1-1 0,-1-2 0,45-20 0,-66 23 0,-9 1 0,-21 1 0,-107 6 0,85 0 0,-784 60-1428,455-30 1003,-623 54 425,961-83 0,35-3 0,0-1 0,0 1 0,0 0 1,0 0-1,1 0 0,-1 0 0,0 0 0,0 0 0,0-1 0,0 1 0,0 0 1,0 0-1,0 0 0,0 0 0,0 0 0,0-1 0,0 1 0,0 0 1,0 0-1,0 0 0,0 0 0,0 0 0,0-1 0,0 1 0,0 0 0,0 0 1,0 0-1,0 0 0,0-1 0,0 1 0,0 0 0,0 0 0,0 0 1,0 0-1,0 0 0,0-1 0,0 1 0,-1 0 0,1 0 0,0 0 0,0 0 1,0 0-1,0 0 0,0 0 0,0-1 0,-1 1 0,1 0 0,0 0 1,0 0-1,0 0 0,0 0 0,0 0 0,-1 0 0,1 0 0,0 0 0,0 0 1,0 0-1,0 0 0,-1 0 0,1 0 0,0 0 0,0 0 0,13-10 156,42-25 84,3 2 1,0 2-1,97-34 1,196-48 486,-348 112-727,161-47 0,222-35 0,-345 80 0,-23 5 0,-18-2 0,0 0 0,0 1 0,0-1 0,0 0 0,1 0 0,-1 0 0,0 0 0,0 1 0,0-1 0,0 0 0,0 0 0,0 1 0,1-1 0,-1 0 0,0 0 0,0 0 0,0 1 0,0-1 0,0 0 0,0 0 0,0 1 0,0-1 0,0 0 0,0 0 0,0 1 0,0-1 0,0 0 0,0 0 0,0 0 0,0 1 0,-1-1 0,1 0 0,0 0 0,0 0 0,0 1 0,0-1 0,0 0 0,0 0 0,-1 0 0,1 1 0,0-1 0,0 0 0,0 0 0,-1 0 0,1 0 0,0 0 0,0 0 0,0 1 0,-1-1 0,1 0 0,-19 14 0,-1 0 0,-1-2 0,0 0 0,0-1 0,-1-2 0,-27 9 0,-19 10 0,47-19 0,9-4 0,-1 0 0,1 1 0,1 0 0,-1 1 0,1 0 0,0 1 0,1 0 0,-14 13 0,23-20 0,0 0 0,0 0 0,0 0 0,1-1 0,-1 1 0,0 0 0,1 0 0,-1 0 0,0 1 0,1-1 0,0 0 0,-1 0 0,1 0 0,0 0 0,-1 0 0,1 1 0,0-1 0,0 0 0,0 0 0,0 0 0,0 1 0,0-1 0,0 0 0,0 0 0,1 2 0,0-2 0,0 1 0,0-1 0,0 0 0,1 0 0,-1 0 0,0 1 0,1-1 0,-1 0 0,1-1 0,-1 1 0,1 0 0,-1 0 0,1-1 0,-1 1 0,4 0 0,8 2 0,1 0 0,0-1 0,21 0 0,-25-1 0,70 4 0,190 8 0,-267-13 0,1 0 0,-1 0 0,0 0 0,1 0 0,-1 1 0,0 0 0,0-1 0,1 1 0,2 2 0,-5-3 0,-1 0 0,0 0 0,1 1 0,-1-1 0,0 0 0,0 0 0,0 0 0,1 1 0,-1-1 0,0 0 0,0 0 0,0 1 0,0-1 0,1 0 0,-1 1 0,0-1 0,0 0 0,0 0 0,0 1 0,0-1 0,0 0 0,0 1 0,0-1 0,0 0 0,0 1 0,0-1 0,0 0 0,0 1 0,0-1 0,0 0 0,0 0 0,0 1 0,-1-1 0,-14 16 0,1-7 0,0 0 0,-1-2 0,0 0 0,-20 6 0,13-5 0,-32 17 0,40-16 49,0 1 0,0 0 0,1 1-1,0 0 1,1 1 0,-15 18 0,20-20-220,0-1 0,0 1 1,1 0-1,0 1 0,1 0 1,0 0-1,0 0 0,1 0 1,-4 22-1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7:43:36.7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162 1 24575,'-4'0'0,"-2"4"0,-3 1 0,-4 4 0,-1 4 0,-1 0 0,-2 2 0,2 2 0,-1-1 0,2 0 0,0-3 0,3 2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6:40.834"/>
    </inkml:context>
    <inkml:brush xml:id="br0">
      <inkml:brushProperty name="width" value="0.025" units="cm"/>
      <inkml:brushProperty name="height" value="0.025" units="cm"/>
      <inkml:brushProperty name="color" value="#E1D7C3"/>
    </inkml:brush>
  </inkml:definitions>
  <inkml:trace contextRef="#ctx0" brushRef="#br0">142 0 24575,'0'572'0,"-3"-512"0,-21 114 0,5-59 0,-43 259 0,56-349-119,-3 16-504,-9 81 0,17-102-6203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6:49.337"/>
    </inkml:context>
    <inkml:brush xml:id="br0">
      <inkml:brushProperty name="width" value="0.05" units="cm"/>
      <inkml:brushProperty name="height" value="0.05" units="cm"/>
      <inkml:brushProperty name="color" value="#E1D7C3"/>
    </inkml:brush>
  </inkml:definitions>
  <inkml:trace contextRef="#ctx0" brushRef="#br0">0 0 24140,'0'2237'0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6:56.595"/>
    </inkml:context>
    <inkml:brush xml:id="br0">
      <inkml:brushProperty name="width" value="0.05" units="cm"/>
      <inkml:brushProperty name="height" value="0.05" units="cm"/>
      <inkml:brushProperty name="color" value="#E1D7C3"/>
    </inkml:brush>
  </inkml:definitions>
  <inkml:trace contextRef="#ctx0" brushRef="#br0">158 3541 24575,'55'-1128'0,"-48"1030"0,24-514 0,-31 597 0,0-60 0,-14-105 0,4 109 0,-20-99 0,25 145 0,1 0 0,1 0 0,0-36 0,1 4 0,-5 4 0,6 50 0,1-1 0,-1 1 0,0 0 0,0 0 0,0 0 0,0 0 0,-1 0 0,1 0 0,-1 0 0,0 0 0,0 1 0,0-1 0,-3-3 0,4 6 0,0-1 0,1 1 0,-1 0 0,0 0 0,1 0 0,-1 0 0,1 0 0,-1 0 0,0 0 0,1 0 0,-1 0 0,0 0 0,1 0 0,-1 0 0,0 0 0,1 1 0,-1-1 0,0 0 0,1 0 0,-1 1 0,1-1 0,-1 0 0,1 1 0,-1-1 0,1 1 0,-1-1 0,1 1 0,-1-1 0,1 1 0,-1-1 0,1 1 0,0-1 0,-1 1 0,0 1 0,-10 21 0,2 9 0,1 1 0,1 0 0,2 0 0,-1 38 0,6 138 0,3-87 0,-3-13 0,4 272 0,31-2 0,-6-164 0,3 23 0,-23-167 0,-3 0 0,-5 98 0,1 27 0,10-96 0,-7-71 0,-1 1 0,-2 0 0,-2 52 0,0-80 0,0-1 0,0 0 0,0 1 0,0-1 0,0 0 0,0 1 0,0-1 0,-1 0 0,1 1 0,-1-1 0,1 0 0,-1 0 0,1 0 0,-1 1 0,0-1 0,1 0 0,-3 2 0,3-4 0,-1 1 0,1 0 0,-1 0 0,0 0 0,1 0 0,-1-1 0,1 1 0,-1 0 0,1-1 0,-1 1 0,1 0 0,-1-1 0,1 1 0,-1-1 0,1 1 0,0-1 0,-1 1 0,1-1 0,0 1 0,-1-1 0,1 1 0,0-1 0,0 1 0,-1-1 0,1 0 0,-18-49 0,11 5 0,2 0 0,2 0 0,6-86 0,-1 30 0,-1 84 0,-1 1 0,-1-1 0,0 0 0,-1 1 0,-1-1 0,-1 1 0,-8-25 0,12 41 0,0-1 0,0 1 0,-1-1 0,1 1 0,0-1 0,0 1 0,0-1 0,0 1 0,-1 0 0,1-1 0,0 1 0,-1-1 0,1 1 0,0-1 0,-1 1 0,1 0 0,0-1 0,-1 1 0,1 0 0,-1-1 0,1 1 0,0 0 0,-1 0 0,1-1 0,-1 1 0,1 0 0,-1 0 0,1 0 0,-1 0 0,1 0 0,-1 0 0,1 0 0,-1 0 0,1 0 0,-1 0 0,1 0 0,-1 0 0,1 0 0,-1 0 0,1 0 0,-1 0 0,1 0 0,-1 1 0,1-1 0,-1 0 0,1 0 0,-1 1 0,1-1 0,0 0 0,-1 1 0,1-1 0,-1 0 0,1 1 0,0-1 0,-1 0 0,1 1 0,0-1 0,0 1 0,-1-1 0,1 1 0,0-1 0,0 1 0,0-1 0,0 1 0,-1-1 0,1 1 0,-17 45 0,13-35 0,-5 16 0,1 1 0,-5 31 0,-9 34 0,0-31 0,9-28 0,-11 46 0,23-77 0,1-1 0,-1 0 0,1 1 0,0-1 0,-1 1 0,1-1 0,0 0 0,0 1 0,0-1 0,1 1 0,-1-1 0,1 1 0,-1-1 0,1 0 0,0 1 0,0-1 0,0 0 0,0 0 0,0 0 0,1 0 0,-1 0 0,0 0 0,1 0 0,0 0 0,-1 0 0,1-1 0,0 1 0,0 0 0,0-1 0,0 0 0,0 0 0,0 1 0,0-1 0,1 0 0,-1-1 0,0 1 0,1 0 0,-1-1 0,0 1 0,6-1 0,-3 1 0,0-1 0,0 0 0,0 0 0,0 0 0,0-1 0,0 1 0,0-1 0,0-1 0,0 1 0,0-1 0,0 0 0,-1 0 0,1 0 0,-1 0 0,1-1 0,-1 0 0,0 0 0,0 0 0,4-4 0,-2-2 0,0 0 0,0 0 0,-1 0 0,0-1 0,0 1 0,-1-1 0,-1 0 0,1-1 0,-2 1 0,3-15 0,-2 4 0,-2 0 0,0-1 0,-1 1 0,-3-26 0,2 45 0,1-1 0,-1 1 0,1-1 0,-1 1 0,0 0 0,0-1 0,0 1 0,0 0 0,0 0 0,0 0 0,-1 0 0,1 0 0,-1 0 0,0 0 0,1 0 0,-1 0 0,0 1 0,0-1 0,0 1 0,0 0 0,0-1 0,-1 1 0,1 0 0,0 0 0,0 0 0,-1 1 0,1-1 0,-1 0 0,1 1 0,-1 0 0,1-1 0,-1 1 0,1 0 0,0 0 0,-5 1 0,4-1 0,-1 1 0,1-1 0,-1 1 0,1 0 0,-1-1 0,1 2 0,0-1 0,-1 0 0,1 1 0,0-1 0,0 1 0,0 0 0,0 0 0,0 0 0,1 1 0,-1-1 0,1 0 0,-1 1 0,1 0 0,0 0 0,0-1 0,0 1 0,0 1 0,1-1 0,-2 4 0,0 5 0,1 0 0,0 1 0,1-1 0,0 25 0,1-31 0,1 1 0,-1-1 0,1 0 0,0 0 0,1 0 0,-1 0 0,1 0 0,1 0 0,-1-1 0,1 1 0,6 9 0,-7-12 0,0-1 0,0 0 0,0 0 0,0 0 0,1 0 0,-1 0 0,1-1 0,-1 1 0,1-1 0,0 0 0,-1 1 0,1-1 0,0-1 0,0 1 0,0 0 0,0-1 0,0 1 0,0-1 0,0 0 0,0 0 0,0 0 0,0 0 0,0-1 0,0 1 0,0-1 0,0 0 0,5-2 0,-4 2 0,0-1 0,0 0 0,0 0 0,-1 0 0,1-1 0,-1 1 0,0-1 0,1 0 0,-1 0 0,0 0 0,-1 0 0,1-1 0,-1 1 0,1-1 0,-1 1 0,0-1 0,0 0 0,2-8 0,-4 12 0,2-4 0,-1 0 0,0-1 0,0 1 0,-1-1 0,1 1 0,-1-7 0,0 9 0,-1 1 0,1-1 0,-1 0 0,0 1 0,1-1 0,-1 0 0,0 1 0,0-1 0,0 1 0,0-1 0,0 1 0,0 0 0,0-1 0,-1 1 0,1 0 0,0 0 0,-1 0 0,1 0 0,-3-1 0,-2-3 0,0 0 0,-1-1 0,2 1 0,-1-1 0,1-1 0,0 1 0,0-1 0,1 0 0,0 0 0,0 0 0,0 0 0,1-1 0,0 1 0,1-1 0,-3-11 0,-1-14 0,0-1 0,0-48 0,4 49 0,-12-163 0,-15-252 0,-1-1284-687,31 1665 859,3 0 0,2 1-1,22-95 1,-18 119-172,-2-1 0,-2 0 0,0-47 0,-6 89 0,0-2 0,0 0 0,0-1 0,0 1 0,0 0 0,-1-1 0,1 1 0,-1 0 0,0 0 0,-2-7 0,3 10 0,-1 0 0,1 0 0,0 0 0,0 0 0,0 0 0,0 0 0,-1 0 0,1 0 0,0 0 0,0 0 0,0 0 0,0 0 0,-1 0 0,1 0 0,0 0 0,0 0 0,0 0 0,0 0 0,-1 0 0,1 0 0,0 0 0,0 0 0,0 0 0,0 0 0,0 0 0,-1 0 0,1 0 0,0 1 0,0-1 0,0 0 0,0 0 0,0 0 0,0 0 0,0 0 0,-1 0 0,1 1 0,0-1 0,0 0 0,0 0 0,0 0 0,0 0 0,0 1 0,0-1 0,0 0 0,0 0 0,0 0 0,0 0 0,0 1 0,0-1 0,0 0 0,0 0 0,0 0 0,0 0 0,0 1 0,0-1 0,-3 13 0,-4 71 0,6 143 0,3-109 0,12 127 0,-10-180 0,-5-50 0,2 0 0,0 0 0,0 1 0,1-1 0,1 0 0,1-1 0,6 18 0,-10-32 0,0 1 0,0-1 0,1 1 0,-1-1 0,0 0 0,0 1 0,1-1 0,-1 1 0,0-1 0,1 0 0,-1 1 0,0-1 0,1 0 0,-1 0 0,1 1 0,-1-1 0,1 0 0,-1 0 0,0 1 0,1-1 0,-1 0 0,1 0 0,-1 0 0,1 0 0,-1 0 0,1 0 0,-1 0 0,1 0 0,-1 0 0,1 0 0,-1 0 0,1 0 0,-1 0 0,1 0 0,-1 0 0,1-1 0,-1 1 0,0 0 0,1 0 0,-1 0 0,1-1 0,-1 1 0,0 0 0,1-1 0,-1 1 0,1 0 0,-1-1 0,0 1 0,0 0 0,1-1 0,-1 0 0,16-22 0,-9 4 4,-1 1 1,-1-1-1,4-23 0,-1 1-1386,-4 24-5444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8:48.913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7:28.113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73 1 24575,'1'143'0,"-3"160"0,-10-168 0,0 27 0,13 531 0,0-676 0,1 0 0,1-1 0,0 1 0,1-1 0,10 23 0,5 26 0,13 40 0,-19-66 0,10 44 0,-21-70 0,0 1 0,0 0 0,-2-1 0,0 1 0,0-1 0,-1 1 0,-4 18 0,4-25 0,0-1 0,0 1 0,-1 0 0,-1-1 0,1 1 0,-1-1 0,0 1 0,0-1 0,0 0 0,-1-1 0,0 1 0,-1 0 0,1-1 0,-1 0 0,-8 7 0,9-8 0,-1 1 0,1-1 0,0 1 0,1 0 0,-1 0 0,1 0 0,0 0 0,0 1 0,-2 7 0,-17 57 0,15-41 0,-4 10 0,2 0 0,2 0 0,2 1 0,1-1 0,2 47 0,2-82 0,0 25 0,1-24 0,-1-20 0,0-764-1365,0 759-5461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7:36.945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72 0 24575,'0'702'0,"-1"-673"0,-11 53 0,7-52 0,-2 41 0,6 240 0,3-146 0,-3-151 0,-1 1 0,0 0 0,-5 17 0,-4 33 0,-1 37 0,-1 25 0,14 255 0,0-358 0,1-1 0,7 28 0,-4-26 0,2 40 0,-8 7 0,-1-50 0,2 0 0,0 0 0,1 1 0,9 42 0,-6-48 32,-1-1-1,-1 1 1,0 21 0,-2-21-530,2-1 1,5 31 0,-2-31-6329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56:34.640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94 1 24288,'-94'1481'0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56:42.213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126 575 24091,'-78'-574'0,"31"642"0,172 438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56:46.752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215 1 24575,'-1'3'0,"0"-1"0,1 1 0,-1 0 0,0-1 0,0 1 0,-1-1 0,1 0 0,0 1 0,-1-1 0,-2 3 0,-5 8 0,-134 235 0,134-231 0,2 0 0,0 1 0,1 0 0,1 0 0,1 0 0,0 1 0,1 0 0,1-1 0,1 1 0,1 0 0,3 31 0,-2-48 0,-1 1 0,1-1 0,-1 1 0,1-1 0,0 1 0,0-1 0,0 0 0,0 1 0,0-1 0,1 0 0,-1 0 0,1 0 0,-1 0 0,1 0 0,0 0 0,0-1 0,0 1 0,0 0 0,0-1 0,0 0 0,0 1 0,1-1 0,-1 0 0,0 0 0,1 0 0,-1 0 0,1-1 0,-1 1 0,1-1 0,-1 1 0,1-1 0,-1 0 0,5 0 0,0 0 0,0-1 0,-1 1 0,1-1 0,-1 0 0,1 0 0,-1-1 0,1 0 0,-1 0 0,0-1 0,0 0 0,0 0 0,7-4 0,3-7 0,-1 0 0,0-1 0,0 0 0,17-25 0,43-73 0,-74 111 0,0 0 0,0 0 0,0 0 0,0 0 0,0 0 0,-1 0 0,1 0 0,-1 0 0,1-1 0,-1 1 0,0 0 0,0 0 0,0 0 0,0-1 0,0 1 0,-1 0 0,1 0 0,0 0 0,-1 0 0,0 0 0,0 0 0,1-1 0,-1 1 0,0 1 0,-1-1 0,1 0 0,0 0 0,0 0 0,-1 1 0,1-1 0,-3-1 0,-6-6 0,0 0 0,-1 1 0,0 0 0,-14-7 0,-5-3 0,-40-46-1365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07:55.755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73 1 24575,'0'879'0,"-13"-731"0,1 3 0,13 601 0,-3-723 0,0-1 0,-3 1 0,-10 37 0,8-38 0,1 1 0,2-1 0,-3 40 0,7-9 0,2 94 0,-2-151 0,0 0 0,1 0 0,-1 0 0,0 0 0,1 0 0,-1 0 0,1 0 0,0 0 0,0 0 0,-1-1 0,1 1 0,0 0 0,1 0 0,-1-1 0,0 1 0,0-1 0,1 1 0,-1-1 0,1 0 0,-1 1 0,1-1 0,-1 0 0,1 0 0,0 0 0,0 0 0,0 0 0,0 0 0,-1-1 0,1 1 0,0-1 0,0 1 0,0-1 0,0 0 0,0 0 0,0 0 0,0 0 0,0 0 0,0 0 0,0 0 0,0-1 0,0 1 0,0-1 0,0 1 0,0-1 0,0 0 0,0 0 0,-1 0 0,1 0 0,0 0 0,0 0 0,-1 0 0,1-1 0,-1 1 0,0 0 0,1-1 0,-1 1 0,0-1 0,2-2 0,5-9 0,-1 0 0,0 0 0,-1 0 0,0-1 0,-1 0 0,-1 0 0,0 0 0,-1 0 0,-1-1 0,0 1 0,-1-1 0,0 0 0,-1 0 0,-1 1 0,0-1 0,-1 0 0,-1 1 0,-7-24 0,10 36 4,-1 0 0,0 0-1,0 0 1,0 1 0,0-1 0,0 0-1,0 0 1,0 1 0,0-1 0,-1 1-1,1-1 1,-1 1 0,1 0 0,-1-1-1,1 1 1,-1 0 0,0 0 0,0 0-1,1 0 1,-1 0 0,0 1 0,0-1-1,0 1 1,0-1 0,0 1 0,0-1-1,0 1 1,0 0 0,0 0 0,0 0-1,-3 1 1,1-1-103,0 1 0,0 1 0,0-1 0,0 1 0,0-1 0,1 1 0,-1 0 0,0 0 0,1 1 0,-1-1 0,1 1 0,0 0 0,0 0 0,-3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29:18.883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 1 24575,'0'4'0,"0"5"0,0 5 0,4 1 0,1 1 0,1 2 0,-2 2 0,-1 1 0,-1 2 0,-1 1 0,-1-1 0,0-3-8191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33:07.507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33:18.641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0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39:08.316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10 1 23380,'0'541'0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39:12.981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0 1 24575,'0'3'0,"0"7"0,0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9:39:19.196"/>
    </inkml:context>
    <inkml:brush xml:id="br0">
      <inkml:brushProperty name="width" value="0.1" units="cm"/>
      <inkml:brushProperty name="height" value="0.1" units="cm"/>
      <inkml:brushProperty name="color" value="#E1D7C3"/>
    </inkml:brush>
  </inkml:definitions>
  <inkml:trace contextRef="#ctx0" brushRef="#br0">1 162 24575,'1'23'0,"1"-1"0,1 1 0,12 42 0,-12-145 0,-2 32 0,-1-40 0,-1 79 0,0 1 0,0-1 0,-1 0 0,0 1 0,0-1 0,-1 1 0,-5-10 0,2 56 0,7 84-1365,-1-101-5461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28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5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34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5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6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8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8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7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55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6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24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33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10" Type="http://schemas.openxmlformats.org/officeDocument/2006/relationships/image" Target="../media/image6.png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9.png"/><Relationship Id="rId7" Type="http://schemas.openxmlformats.org/officeDocument/2006/relationships/image" Target="../media/image100.png"/><Relationship Id="rId12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10" Type="http://schemas.openxmlformats.org/officeDocument/2006/relationships/customXml" Target="../ink/ink7.xml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8.xml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jpe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90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1.xml"/><Relationship Id="rId7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0" Type="http://schemas.openxmlformats.org/officeDocument/2006/relationships/image" Target="../media/image29.png"/><Relationship Id="rId9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customXml" Target="../ink/ink20.xml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customXml" Target="../ink/ink19.xml"/><Relationship Id="rId5" Type="http://schemas.openxmlformats.org/officeDocument/2006/relationships/image" Target="../media/image320.png"/><Relationship Id="rId10" Type="http://schemas.openxmlformats.org/officeDocument/2006/relationships/image" Target="../media/image33.png"/><Relationship Id="rId9" Type="http://schemas.openxmlformats.org/officeDocument/2006/relationships/customXml" Target="../ink/ink18.xml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933" y="5292"/>
            <a:ext cx="7772400" cy="790575"/>
          </a:xfrm>
        </p:spPr>
        <p:txBody>
          <a:bodyPr>
            <a:normAutofit/>
          </a:bodyPr>
          <a:lstStyle/>
          <a:p>
            <a:r>
              <a:rPr sz="3200" b="1" u="sng" dirty="0"/>
              <a:t>IIT Delhi MISN Lab Research 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067" y="1823507"/>
            <a:ext cx="6815667" cy="2218267"/>
          </a:xfrm>
        </p:spPr>
        <p:txBody>
          <a:bodyPr>
            <a:normAutofit lnSpcReduction="10000"/>
          </a:bodyPr>
          <a:lstStyle/>
          <a:p>
            <a:r>
              <a:rPr lang="en-US" sz="2200" b="1" i="1" u="sng" dirty="0">
                <a:latin typeface="Arial Black" panose="020B0A04020102020204" pitchFamily="34" charset="0"/>
              </a:rPr>
              <a:t>Explanation of Weekly Assignments</a:t>
            </a:r>
          </a:p>
          <a:p>
            <a:endParaRPr lang="en-US" sz="2200" b="1" dirty="0"/>
          </a:p>
          <a:p>
            <a:pPr algn="l"/>
            <a:r>
              <a:rPr lang="en-US" sz="2200" dirty="0"/>
              <a:t>WEEK 1: The XOR Problem </a:t>
            </a:r>
          </a:p>
          <a:p>
            <a:pPr algn="l"/>
            <a:r>
              <a:rPr lang="en-US" sz="2200" dirty="0"/>
              <a:t>WEEK 2: Implementation of Auto grad and XOR using Multi-Layer Perceptron</a:t>
            </a:r>
          </a:p>
          <a:p>
            <a:pPr algn="l"/>
            <a:r>
              <a:rPr lang="en-US" sz="2200" dirty="0"/>
              <a:t>WEEK 3: CNN from scratch</a:t>
            </a:r>
          </a:p>
          <a:p>
            <a:endParaRPr dirty="0"/>
          </a:p>
        </p:txBody>
      </p:sp>
      <p:pic>
        <p:nvPicPr>
          <p:cNvPr id="4" name="Picture 3" descr="सञ्चिका:IIT Delhi logo.png - विकिपीडिया">
            <a:extLst>
              <a:ext uri="{FF2B5EF4-FFF2-40B4-BE49-F238E27FC236}">
                <a16:creationId xmlns:a16="http://schemas.microsoft.com/office/drawing/2014/main" id="{7C3734C8-DE23-FC35-CD72-74DD40888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533" y="897467"/>
            <a:ext cx="1921934" cy="1801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903CFC-B9B0-C49C-549B-02299B51564F}"/>
              </a:ext>
            </a:extLst>
          </p:cNvPr>
          <p:cNvSpPr txBox="1"/>
          <p:nvPr/>
        </p:nvSpPr>
        <p:spPr>
          <a:xfrm>
            <a:off x="237067" y="5664201"/>
            <a:ext cx="7882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Nandini Mishra</a:t>
            </a:r>
          </a:p>
          <a:p>
            <a:r>
              <a:rPr lang="en-US" dirty="0"/>
              <a:t>Mentor: Asmita De </a:t>
            </a:r>
          </a:p>
          <a:p>
            <a:r>
              <a:rPr lang="en-US" dirty="0"/>
              <a:t>Guide: Sandeep Kumar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FDA065-4357-3023-E526-AE6C07B8FAD3}"/>
                  </a:ext>
                </a:extLst>
              </p14:cNvPr>
              <p14:cNvContentPartPr/>
              <p14:nvPr/>
            </p14:nvContentPartPr>
            <p14:xfrm>
              <a:off x="5923200" y="4840280"/>
              <a:ext cx="1287720" cy="158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FDA065-4357-3023-E526-AE6C07B8FA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60560" y="4777280"/>
                <a:ext cx="1413360" cy="17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804387-18E4-994D-F23B-1186A0992ED1}"/>
                  </a:ext>
                </a:extLst>
              </p14:cNvPr>
              <p14:cNvContentPartPr/>
              <p14:nvPr/>
            </p14:nvContentPartPr>
            <p14:xfrm>
              <a:off x="6273840" y="616364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804387-18E4-994D-F23B-1186A0992E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67720" y="61575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84F14F-A453-154D-C162-270BC3457CCF}"/>
                  </a:ext>
                </a:extLst>
              </p14:cNvPr>
              <p14:cNvContentPartPr/>
              <p14:nvPr/>
            </p14:nvContentPartPr>
            <p14:xfrm>
              <a:off x="6222720" y="5933240"/>
              <a:ext cx="1179360" cy="348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84F14F-A453-154D-C162-270BC3457C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59720" y="5870600"/>
                <a:ext cx="13050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7207C08-0CFD-EFC8-716F-DADA3F696CC0}"/>
                  </a:ext>
                </a:extLst>
              </p14:cNvPr>
              <p14:cNvContentPartPr/>
              <p14:nvPr/>
            </p14:nvContentPartPr>
            <p14:xfrm>
              <a:off x="6173400" y="5901200"/>
              <a:ext cx="58320" cy="55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7207C08-0CFD-EFC8-716F-DADA3F696CC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10760" y="5838560"/>
                <a:ext cx="183960" cy="18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89"/>
    </mc:Choice>
    <mc:Fallback xmlns="">
      <p:transition spd="slow" advTm="49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5468"/>
            <a:ext cx="8229600" cy="6349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Week 1: The XOR 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70467"/>
            <a:ext cx="9008533" cy="6019800"/>
          </a:xfrm>
        </p:spPr>
        <p:txBody>
          <a:bodyPr/>
          <a:lstStyle/>
          <a:p>
            <a:pPr marL="0" indent="0" algn="ctr">
              <a:buNone/>
              <a:defRPr sz="2200"/>
            </a:pPr>
            <a:r>
              <a:rPr lang="en-US" dirty="0"/>
              <a:t>         </a:t>
            </a:r>
            <a:r>
              <a:rPr lang="en-US" sz="3600" dirty="0"/>
              <a:t>AND GATE</a:t>
            </a:r>
          </a:p>
          <a:p>
            <a:pPr marL="0" indent="0">
              <a:buNone/>
              <a:defRPr sz="2200"/>
            </a:pPr>
            <a:endParaRPr dirty="0"/>
          </a:p>
        </p:txBody>
      </p:sp>
      <p:pic>
        <p:nvPicPr>
          <p:cNvPr id="4" name="Picture 3" descr="Virtual Labs">
            <a:extLst>
              <a:ext uri="{FF2B5EF4-FFF2-40B4-BE49-F238E27FC236}">
                <a16:creationId xmlns:a16="http://schemas.microsoft.com/office/drawing/2014/main" id="{B905C344-0437-E12D-E6FF-3E39526D5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66" y="1377713"/>
            <a:ext cx="3335867" cy="1854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BE64D-99F3-868C-578B-2B50B1C0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3335868"/>
            <a:ext cx="7255934" cy="3247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4065635-C19A-6237-1A95-4F6BD9A4EB8F}"/>
                  </a:ext>
                </a:extLst>
              </p14:cNvPr>
              <p14:cNvContentPartPr/>
              <p14:nvPr/>
            </p14:nvContentPartPr>
            <p14:xfrm>
              <a:off x="516000" y="863520"/>
              <a:ext cx="51480" cy="541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4065635-C19A-6237-1A95-4F6BD9A4EB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1680" y="859200"/>
                <a:ext cx="60120" cy="5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EE9B3AB-5835-DE48-DB9F-963397ABFA13}"/>
                  </a:ext>
                </a:extLst>
              </p14:cNvPr>
              <p14:cNvContentPartPr/>
              <p14:nvPr/>
            </p14:nvContentPartPr>
            <p14:xfrm>
              <a:off x="575400" y="854880"/>
              <a:ext cx="720" cy="805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EE9B3AB-5835-DE48-DB9F-963397ABFA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7400" y="845880"/>
                <a:ext cx="3600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CDC819-7755-D625-30FF-11E0017572C9}"/>
                  </a:ext>
                </a:extLst>
              </p14:cNvPr>
              <p14:cNvContentPartPr/>
              <p14:nvPr/>
            </p14:nvContentPartPr>
            <p14:xfrm>
              <a:off x="527520" y="562560"/>
              <a:ext cx="90720" cy="1292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CDC819-7755-D625-30FF-11E0017572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8520" y="553920"/>
                <a:ext cx="108360" cy="13104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 descr="Difference Between AND Gate and OR Gate - GeeksforGeeks">
            <a:extLst>
              <a:ext uri="{FF2B5EF4-FFF2-40B4-BE49-F238E27FC236}">
                <a16:creationId xmlns:a16="http://schemas.microsoft.com/office/drawing/2014/main" id="{89F384A1-A6E2-5E68-AD4F-E81F9409C9A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1500" t="18376" r="23197" b="23094"/>
          <a:stretch>
            <a:fillRect/>
          </a:stretch>
        </p:blipFill>
        <p:spPr>
          <a:xfrm>
            <a:off x="4764617" y="1509476"/>
            <a:ext cx="3801532" cy="1619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14"/>
    </mc:Choice>
    <mc:Fallback xmlns="">
      <p:transition spd="slow" advTm="282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67" y="101600"/>
            <a:ext cx="8932333" cy="6595533"/>
          </a:xfrm>
        </p:spPr>
        <p:txBody>
          <a:bodyPr>
            <a:normAutofit/>
          </a:bodyPr>
          <a:lstStyle/>
          <a:p>
            <a:pPr marL="0" indent="0" algn="ctr">
              <a:buNone/>
              <a:defRPr sz="2200"/>
            </a:pPr>
            <a:r>
              <a:rPr lang="en-US" sz="3600" dirty="0"/>
              <a:t>OR GATE</a:t>
            </a:r>
            <a:endParaRPr sz="3600" dirty="0"/>
          </a:p>
        </p:txBody>
      </p:sp>
      <p:pic>
        <p:nvPicPr>
          <p:cNvPr id="6" name="Picture 5" descr="Virtual Labs">
            <a:extLst>
              <a:ext uri="{FF2B5EF4-FFF2-40B4-BE49-F238E27FC236}">
                <a16:creationId xmlns:a16="http://schemas.microsoft.com/office/drawing/2014/main" id="{D74AEB94-6358-6EA5-38A9-8A7C4C24B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81" y="831380"/>
            <a:ext cx="3362325" cy="1674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65FD68-AF57-F509-BCC7-FA9F8D261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80535"/>
            <a:ext cx="4288366" cy="33781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26BDAC-4312-33C5-FF94-F156D5375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66" y="4650292"/>
            <a:ext cx="8394699" cy="18521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CE38F25-250D-0D87-6C65-C40E5887E1AF}"/>
                  </a:ext>
                </a:extLst>
              </p14:cNvPr>
              <p14:cNvContentPartPr/>
              <p14:nvPr/>
            </p14:nvContentPartPr>
            <p14:xfrm>
              <a:off x="-1346280" y="32154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CE38F25-250D-0D87-6C65-C40E5887E1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363920" y="30390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Difference Between AND Gate and OR Gate - GeeksforGeeks">
            <a:extLst>
              <a:ext uri="{FF2B5EF4-FFF2-40B4-BE49-F238E27FC236}">
                <a16:creationId xmlns:a16="http://schemas.microsoft.com/office/drawing/2014/main" id="{0D3AD51E-1C76-D5E1-AC04-3D779E4A08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681" y="2897704"/>
            <a:ext cx="3650052" cy="1557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65"/>
    </mc:Choice>
    <mc:Fallback xmlns="">
      <p:transition spd="slow" advTm="197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99" y="93133"/>
            <a:ext cx="8983133" cy="6705600"/>
          </a:xfrm>
        </p:spPr>
        <p:txBody>
          <a:bodyPr>
            <a:normAutofit/>
          </a:bodyPr>
          <a:lstStyle/>
          <a:p>
            <a:pPr algn="ctr">
              <a:defRPr sz="2200"/>
            </a:pPr>
            <a:r>
              <a:rPr lang="en-US" sz="3600" dirty="0"/>
              <a:t>XOR GATE</a:t>
            </a:r>
            <a:endParaRPr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317B3C3-59D8-2162-DB37-8F523AB9A103}"/>
                  </a:ext>
                </a:extLst>
              </p14:cNvPr>
              <p14:cNvContentPartPr/>
              <p14:nvPr/>
            </p14:nvContentPartPr>
            <p14:xfrm>
              <a:off x="558120" y="829520"/>
              <a:ext cx="61200" cy="920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317B3C3-59D8-2162-DB37-8F523AB9A1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480" y="811880"/>
                <a:ext cx="96840" cy="9565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2.6. XOR and XNOR – There's no place like home">
            <a:extLst>
              <a:ext uri="{FF2B5EF4-FFF2-40B4-BE49-F238E27FC236}">
                <a16:creationId xmlns:a16="http://schemas.microsoft.com/office/drawing/2014/main" id="{D515EC85-8D5B-9664-66D1-217754F60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987" y="727920"/>
            <a:ext cx="3833013" cy="2438614"/>
          </a:xfrm>
          <a:prstGeom prst="rect">
            <a:avLst/>
          </a:prstGeom>
        </p:spPr>
      </p:pic>
      <p:pic>
        <p:nvPicPr>
          <p:cNvPr id="7" name="Picture 6" descr="Solving XoR problem using MLP">
            <a:extLst>
              <a:ext uri="{FF2B5EF4-FFF2-40B4-BE49-F238E27FC236}">
                <a16:creationId xmlns:a16="http://schemas.microsoft.com/office/drawing/2014/main" id="{E45331B5-B6B2-568A-D91A-E124D2C9F5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7732" y="795547"/>
            <a:ext cx="3200400" cy="2904281"/>
          </a:xfrm>
          <a:prstGeom prst="rect">
            <a:avLst/>
          </a:prstGeom>
        </p:spPr>
      </p:pic>
      <p:pic>
        <p:nvPicPr>
          <p:cNvPr id="8" name="Picture 7" descr="All About XOR">
            <a:extLst>
              <a:ext uri="{FF2B5EF4-FFF2-40B4-BE49-F238E27FC236}">
                <a16:creationId xmlns:a16="http://schemas.microsoft.com/office/drawing/2014/main" id="{35D9E1B2-CA50-1EFB-4469-65531AE42B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987" y="3268134"/>
            <a:ext cx="4180146" cy="3418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D6DEC7-D809-576C-53C6-A485B8966DA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7709" t="39071" r="37542" b="38031"/>
          <a:stretch>
            <a:fillRect/>
          </a:stretch>
        </p:blipFill>
        <p:spPr>
          <a:xfrm>
            <a:off x="4593165" y="4309481"/>
            <a:ext cx="4319848" cy="1964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35"/>
    </mc:Choice>
    <mc:Fallback xmlns="">
      <p:transition spd="slow" advTm="307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26999"/>
            <a:ext cx="8966200" cy="6663267"/>
          </a:xfrm>
        </p:spPr>
        <p:txBody>
          <a:bodyPr>
            <a:normAutofit/>
          </a:bodyPr>
          <a:lstStyle/>
          <a:p>
            <a:pPr algn="ctr">
              <a:defRPr sz="2200"/>
            </a:pPr>
            <a:r>
              <a:rPr lang="en-US" sz="3200" dirty="0"/>
              <a:t>What is a Perceptron ?</a:t>
            </a:r>
            <a:endParaRPr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F7C2A0-0834-66A8-8AA7-001FA2BE1396}"/>
                  </a:ext>
                </a:extLst>
              </p14:cNvPr>
              <p14:cNvContentPartPr/>
              <p14:nvPr/>
            </p14:nvContentPartPr>
            <p14:xfrm>
              <a:off x="558480" y="812600"/>
              <a:ext cx="26280" cy="9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F7C2A0-0834-66A8-8AA7-001FA2BE13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480" y="794600"/>
                <a:ext cx="61920" cy="1022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Deep Learning 101: Lesson 7: Perceptron | by Muneeb Ahmad | Medium">
            <a:extLst>
              <a:ext uri="{FF2B5EF4-FFF2-40B4-BE49-F238E27FC236}">
                <a16:creationId xmlns:a16="http://schemas.microsoft.com/office/drawing/2014/main" id="{FE307DD7-0D9B-EE50-B1C4-CFE6E5138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866" y="812600"/>
            <a:ext cx="6062133" cy="30912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C6AA32-5664-08D2-35E6-F8E793AABEFA}"/>
              </a:ext>
            </a:extLst>
          </p:cNvPr>
          <p:cNvSpPr txBox="1"/>
          <p:nvPr/>
        </p:nvSpPr>
        <p:spPr>
          <a:xfrm>
            <a:off x="0" y="4377567"/>
            <a:ext cx="88213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Perceptron in Machine Learning is a basic building block of Artificial Neural Network (ANN) which helps in quick decision-making.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take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 multiple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features,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multiplies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them by specific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adds a bias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and passes the sum through an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activation function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yield a single binary output (e.g., 0 or 1).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09"/>
    </mc:Choice>
    <mc:Fallback xmlns="">
      <p:transition spd="slow" advTm="4870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7" y="76201"/>
            <a:ext cx="8957733" cy="880400"/>
          </a:xfrm>
        </p:spPr>
        <p:txBody>
          <a:bodyPr>
            <a:normAutofit/>
          </a:bodyPr>
          <a:lstStyle/>
          <a:p>
            <a:pPr algn="ctr"/>
            <a:r>
              <a:rPr sz="2800" b="1" dirty="0">
                <a:latin typeface="+mn-lt"/>
              </a:rPr>
              <a:t>Week </a:t>
            </a:r>
            <a:r>
              <a:rPr lang="en-US" sz="2800" b="1" dirty="0">
                <a:latin typeface="+mn-lt"/>
              </a:rPr>
              <a:t>2</a:t>
            </a:r>
            <a:r>
              <a:rPr sz="2800" b="1" dirty="0">
                <a:latin typeface="+mn-lt"/>
              </a:rPr>
              <a:t> – </a:t>
            </a:r>
            <a:r>
              <a:rPr lang="en-US" sz="2800" b="1" dirty="0">
                <a:latin typeface="+mn-lt"/>
              </a:rPr>
              <a:t>Implementation of AUTOGRAD ENGINE</a:t>
            </a:r>
            <a:endParaRPr sz="2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91600" cy="5943600"/>
          </a:xfrm>
        </p:spPr>
        <p:txBody>
          <a:bodyPr/>
          <a:lstStyle/>
          <a:p>
            <a:pPr algn="ctr">
              <a:defRPr sz="2200"/>
            </a:pPr>
            <a:r>
              <a:rPr lang="en-US" dirty="0">
                <a:latin typeface="Arial Rounded MT Bold" panose="020F0704030504030204" pitchFamily="34" charset="0"/>
              </a:rPr>
              <a:t>Automatic Differentiation Engine</a:t>
            </a:r>
          </a:p>
          <a:p>
            <a:pPr marL="0" indent="0">
              <a:buNone/>
            </a:pPr>
            <a:r>
              <a:rPr lang="en-IN" sz="1800" b="1" dirty="0"/>
              <a:t>Objective</a:t>
            </a:r>
            <a:endParaRPr lang="en-IN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/>
              <a:t>Implement a basic Micro grad and build a computational graph.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/>
              <a:t>Automatically compute gradients using backpropagation.</a:t>
            </a:r>
          </a:p>
          <a:p>
            <a:pPr algn="ctr">
              <a:defRPr sz="2200"/>
            </a:pP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E47813-B035-33BC-5753-997DD947AA98}"/>
              </a:ext>
            </a:extLst>
          </p:cNvPr>
          <p:cNvSpPr txBox="1"/>
          <p:nvPr/>
        </p:nvSpPr>
        <p:spPr>
          <a:xfrm>
            <a:off x="2266950" y="3244334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C1949E-FC7E-A38A-1CCD-49C8D610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7" y="2582130"/>
            <a:ext cx="7137400" cy="40557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A92BFD-9310-2160-54BC-0AC629E351EA}"/>
                  </a:ext>
                </a:extLst>
              </p14:cNvPr>
              <p14:cNvContentPartPr/>
              <p14:nvPr/>
            </p14:nvContentPartPr>
            <p14:xfrm>
              <a:off x="567120" y="837800"/>
              <a:ext cx="34200" cy="533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A92BFD-9310-2160-54BC-0AC629E351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9120" y="820160"/>
                <a:ext cx="698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479242A-9E8C-FF71-C1E7-5C16A540B4BB}"/>
                  </a:ext>
                </a:extLst>
              </p14:cNvPr>
              <p14:cNvContentPartPr/>
              <p14:nvPr/>
            </p14:nvContentPartPr>
            <p14:xfrm>
              <a:off x="567120" y="1599920"/>
              <a:ext cx="45720" cy="207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479242A-9E8C-FF71-C1E7-5C16A540B4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9480" y="1582280"/>
                <a:ext cx="81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3C1557-CBD6-EAC3-06FD-064F44B2969F}"/>
                  </a:ext>
                </a:extLst>
              </p14:cNvPr>
              <p14:cNvContentPartPr/>
              <p14:nvPr/>
            </p14:nvContentPartPr>
            <p14:xfrm>
              <a:off x="498360" y="854720"/>
              <a:ext cx="120240" cy="213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3C1557-CBD6-EAC3-06FD-064F44B296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360" y="837080"/>
                <a:ext cx="155880" cy="2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40"/>
    </mc:Choice>
    <mc:Fallback xmlns="">
      <p:transition spd="slow" advTm="3824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4667"/>
            <a:ext cx="9000067" cy="6697133"/>
          </a:xfrm>
        </p:spPr>
        <p:txBody>
          <a:bodyPr>
            <a:normAutofit/>
          </a:bodyPr>
          <a:lstStyle/>
          <a:p>
            <a:pPr algn="ctr">
              <a:defRPr sz="2200"/>
            </a:pPr>
            <a:r>
              <a:rPr lang="en-US" sz="3200" u="sng" dirty="0"/>
              <a:t>Forward and Backward Passes in Neural Networks</a:t>
            </a:r>
            <a:endParaRPr sz="3200" u="sn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932469-E875-36C9-E4D2-6F8037B29D5A}"/>
                  </a:ext>
                </a:extLst>
              </p14:cNvPr>
              <p14:cNvContentPartPr/>
              <p14:nvPr/>
            </p14:nvContentPartPr>
            <p14:xfrm>
              <a:off x="549480" y="854720"/>
              <a:ext cx="52560" cy="89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932469-E875-36C9-E4D2-6F8037B29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840" y="837080"/>
                <a:ext cx="88200" cy="9334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Understanding Backpropagation: A Deep Dive into Neural Networks">
            <a:extLst>
              <a:ext uri="{FF2B5EF4-FFF2-40B4-BE49-F238E27FC236}">
                <a16:creationId xmlns:a16="http://schemas.microsoft.com/office/drawing/2014/main" id="{41ECEFE8-0352-116D-1230-275ACD8BCC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62" t="6289" r="6544" b="5671"/>
          <a:stretch>
            <a:fillRect/>
          </a:stretch>
        </p:blipFill>
        <p:spPr>
          <a:xfrm>
            <a:off x="923747" y="1058106"/>
            <a:ext cx="7296506" cy="459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6717A1-D220-00F4-C2E6-A6C83162AE1C}"/>
              </a:ext>
            </a:extLst>
          </p:cNvPr>
          <p:cNvSpPr txBox="1"/>
          <p:nvPr/>
        </p:nvSpPr>
        <p:spPr>
          <a:xfrm>
            <a:off x="567266" y="5615228"/>
            <a:ext cx="800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Forward pass is for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Prediction </a:t>
            </a:r>
            <a:r>
              <a:rPr lang="en-US" dirty="0">
                <a:latin typeface="Arial Rounded MT Bold" panose="020F0704030504030204" pitchFamily="34" charset="0"/>
              </a:rPr>
              <a:t>whereas, Backward pass is for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Learning</a:t>
            </a:r>
            <a:endParaRPr lang="en-IN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840"/>
    </mc:Choice>
    <mc:Fallback xmlns="">
      <p:transition spd="slow" advTm="6684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93134"/>
            <a:ext cx="7290054" cy="821266"/>
          </a:xfrm>
        </p:spPr>
        <p:txBody>
          <a:bodyPr/>
          <a:lstStyle/>
          <a:p>
            <a:pPr algn="ctr"/>
            <a:r>
              <a:rPr lang="en-US" u="sng" dirty="0"/>
              <a:t>backpropagation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55133"/>
            <a:ext cx="9008533" cy="5909733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Implementing the to-do lists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</a:rPr>
              <a:t>Addition backward pass()</a:t>
            </a: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self.grad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+=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other.grad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+=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</a:rPr>
              <a:t>Multiplication backward pass()</a:t>
            </a: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self.grad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+=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other.data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other.grad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+=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self.data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</a:rPr>
              <a:t>Power backward pass()</a:t>
            </a: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self.grad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+= (other * (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self.data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** (other - 1))) *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  <a:defRPr sz="22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  <a:cs typeface="Arial" panose="020B0604020202020204" pitchFamily="34" charset="0"/>
              </a:rPr>
              <a:t>ReLU</a:t>
            </a:r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</a:rPr>
              <a:t> { Rectified Linear Unit } backward pass()</a:t>
            </a:r>
          </a:p>
          <a:p>
            <a:pPr marL="0" indent="0">
              <a:buClr>
                <a:srgbClr val="002060"/>
              </a:buClr>
              <a:buNone/>
              <a:defRPr sz="2200"/>
            </a:pP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self.grad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+= 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out.data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&gt; 0) *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out.grad</a:t>
            </a: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002060"/>
              </a:buClr>
              <a:buNone/>
              <a:defRPr sz="2200"/>
            </a:pPr>
            <a:endParaRPr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AD85055-345B-FE98-16E8-4A5F5096582D}"/>
                  </a:ext>
                </a:extLst>
              </p14:cNvPr>
              <p14:cNvContentPartPr/>
              <p14:nvPr/>
            </p14:nvContentPartPr>
            <p14:xfrm>
              <a:off x="575400" y="855067"/>
              <a:ext cx="9720" cy="74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AD85055-345B-FE98-16E8-4A5F509658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7760" y="837427"/>
                <a:ext cx="453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97AC28-559A-ABBD-4564-7B97F833931B}"/>
                  </a:ext>
                </a:extLst>
              </p14:cNvPr>
              <p14:cNvContentPartPr/>
              <p14:nvPr/>
            </p14:nvContentPartPr>
            <p14:xfrm>
              <a:off x="600960" y="121074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97AC28-559A-ABBD-4564-7B97F83393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320" y="119310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A2485E-1392-F6ED-34BA-67A83B1F585A}"/>
                  </a:ext>
                </a:extLst>
              </p14:cNvPr>
              <p14:cNvContentPartPr/>
              <p14:nvPr/>
            </p14:nvContentPartPr>
            <p14:xfrm>
              <a:off x="567120" y="171870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A2485E-1392-F6ED-34BA-67A83B1F58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120" y="170106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7F80A49-23A5-5DE0-24CE-6E067C55AEE5}"/>
                  </a:ext>
                </a:extLst>
              </p14:cNvPr>
              <p14:cNvContentPartPr/>
              <p14:nvPr/>
            </p14:nvContentPartPr>
            <p14:xfrm>
              <a:off x="584040" y="1227307"/>
              <a:ext cx="720" cy="19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7F80A49-23A5-5DE0-24CE-6E067C55AE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8040" y="1209667"/>
                <a:ext cx="720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5CF4A35-28DA-E23D-E9CC-68BE5C4A4845}"/>
                  </a:ext>
                </a:extLst>
              </p14:cNvPr>
              <p14:cNvContentPartPr/>
              <p14:nvPr/>
            </p14:nvContentPartPr>
            <p14:xfrm>
              <a:off x="584400" y="1210747"/>
              <a:ext cx="360" cy="1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5CF4A35-28DA-E23D-E9CC-68BE5C4A484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6400" y="1193107"/>
                <a:ext cx="36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DA589AD-E940-9272-5FDA-58B6148CCEF7}"/>
                  </a:ext>
                </a:extLst>
              </p14:cNvPr>
              <p14:cNvContentPartPr/>
              <p14:nvPr/>
            </p14:nvContentPartPr>
            <p14:xfrm>
              <a:off x="584040" y="1626547"/>
              <a:ext cx="9720" cy="106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DA589AD-E940-9272-5FDA-58B6148CCEF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6040" y="1608907"/>
                <a:ext cx="45360" cy="1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78"/>
    </mc:Choice>
    <mc:Fallback xmlns="">
      <p:transition spd="slow" advTm="187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AE13F7-BFB7-3DD7-1373-42A6A48BB8DF}"/>
              </a:ext>
            </a:extLst>
          </p:cNvPr>
          <p:cNvSpPr txBox="1"/>
          <p:nvPr/>
        </p:nvSpPr>
        <p:spPr>
          <a:xfrm>
            <a:off x="330200" y="296333"/>
            <a:ext cx="8424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IMPLEMENTATION OF XOR USING MLP FROM SCRATCH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C8DCC-0189-5ECA-05E0-B48D013B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5" t="4583" r="40648" b="8889"/>
          <a:stretch>
            <a:fillRect/>
          </a:stretch>
        </p:blipFill>
        <p:spPr>
          <a:xfrm>
            <a:off x="1367366" y="757998"/>
            <a:ext cx="6409267" cy="603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5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78"/>
    </mc:Choice>
    <mc:Fallback xmlns="">
      <p:transition spd="slow" advTm="3127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33058-24E7-BA0C-29D5-B22DB9C1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85" t="6593" r="15185" b="14148"/>
          <a:stretch>
            <a:fillRect/>
          </a:stretch>
        </p:blipFill>
        <p:spPr>
          <a:xfrm>
            <a:off x="203200" y="67733"/>
            <a:ext cx="3539067" cy="6680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63E19E-50C8-E16B-4EE2-1402ABC92170}"/>
              </a:ext>
            </a:extLst>
          </p:cNvPr>
          <p:cNvSpPr txBox="1"/>
          <p:nvPr/>
        </p:nvSpPr>
        <p:spPr>
          <a:xfrm>
            <a:off x="3869265" y="-45015"/>
            <a:ext cx="5164667" cy="703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Training Process Explanation</a:t>
            </a:r>
          </a:p>
          <a:p>
            <a:pPr algn="ctr"/>
            <a:endParaRPr lang="en-IN" sz="1600" b="1" dirty="0">
              <a:solidFill>
                <a:srgbClr val="C00000"/>
              </a:solidFill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Input Data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 dataset with two input features: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x₁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x₂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output is either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Forward Propagation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pass through the hidden layers.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neuron computes weighted sums and applies activation functions.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network generates the predicted output.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Loss Calculation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Cross Entropy (BCE) loss is computed.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the difference between predicted and actual outputs.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Backpropagation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Gradients are calculated using the chain rule.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is propagated backward through the network.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Weight Update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Weights and biases are updated using Gradient Descent.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reduces the prediction error.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Repeat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are repeated for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5000 epochs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until the loss converges.</a:t>
            </a:r>
          </a:p>
          <a:p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293352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50"/>
    </mc:Choice>
    <mc:Fallback xmlns="">
      <p:transition spd="slow" advTm="7405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9D3FAF-0D5F-3257-9D9A-F90B904C39D5}"/>
              </a:ext>
            </a:extLst>
          </p:cNvPr>
          <p:cNvSpPr txBox="1"/>
          <p:nvPr/>
        </p:nvSpPr>
        <p:spPr>
          <a:xfrm>
            <a:off x="59267" y="118533"/>
            <a:ext cx="9008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Week 3 – Q1: CNN Forward &amp; Backward Pass from Scratch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3AE3C-8DA9-4759-7C23-663C8182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" t="1906" r="49418" b="54405"/>
          <a:stretch>
            <a:fillRect/>
          </a:stretch>
        </p:blipFill>
        <p:spPr>
          <a:xfrm>
            <a:off x="67734" y="1180729"/>
            <a:ext cx="9008532" cy="508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7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181"/>
    </mc:Choice>
    <mc:Fallback xmlns="">
      <p:transition spd="slow" advTm="10618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FFDD55-40EB-898B-E8B2-434C94D27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53" t="1032" r="1165" b="51930"/>
          <a:stretch>
            <a:fillRect/>
          </a:stretch>
        </p:blipFill>
        <p:spPr>
          <a:xfrm>
            <a:off x="88777" y="0"/>
            <a:ext cx="8957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2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11"/>
    </mc:Choice>
    <mc:Fallback xmlns="">
      <p:transition spd="slow" advTm="1291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DFCEF-87C8-061D-1752-6C34AAB5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66" t="50000" r="19126" b="1396"/>
          <a:stretch>
            <a:fillRect/>
          </a:stretch>
        </p:blipFill>
        <p:spPr>
          <a:xfrm>
            <a:off x="0" y="666934"/>
            <a:ext cx="9144000" cy="55241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DCC81D-D6E4-5E0D-85DB-7AC8DAF42002}"/>
              </a:ext>
            </a:extLst>
          </p:cNvPr>
          <p:cNvSpPr txBox="1"/>
          <p:nvPr/>
        </p:nvSpPr>
        <p:spPr>
          <a:xfrm>
            <a:off x="-550127" y="6191065"/>
            <a:ext cx="876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Decrease loss, increase test accuracy through multiple epochs (Model is learning)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24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90"/>
    </mc:Choice>
    <mc:Fallback xmlns="">
      <p:transition spd="slow" advTm="72490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394</TotalTime>
  <Words>442</Words>
  <Application>Microsoft Office PowerPoint</Application>
  <PresentationFormat>On-screen Show (4:3)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Arial Rounded MT Bold</vt:lpstr>
      <vt:lpstr>Calibri</vt:lpstr>
      <vt:lpstr>Tw Cen MT</vt:lpstr>
      <vt:lpstr>Tw Cen MT Condensed</vt:lpstr>
      <vt:lpstr>Wingdings</vt:lpstr>
      <vt:lpstr>Wingdings 3</vt:lpstr>
      <vt:lpstr>Integral</vt:lpstr>
      <vt:lpstr>IIT Delhi MISN Lab Research Internship</vt:lpstr>
      <vt:lpstr>Week 1: The XOR Problem</vt:lpstr>
      <vt:lpstr>PowerPoint Presentation</vt:lpstr>
      <vt:lpstr>PowerPoint Presentation</vt:lpstr>
      <vt:lpstr>PowerPoint Presentation</vt:lpstr>
      <vt:lpstr>Week 2 – Implementation of AUTOGRAD ENGINE</vt:lpstr>
      <vt:lpstr>PowerPoint Presentation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 Mishra</dc:creator>
  <cp:keywords/>
  <dc:description>generated using python-pptx</dc:description>
  <cp:lastModifiedBy>Nandini Mishra</cp:lastModifiedBy>
  <cp:revision>14</cp:revision>
  <dcterms:created xsi:type="dcterms:W3CDTF">2013-01-27T09:14:16Z</dcterms:created>
  <dcterms:modified xsi:type="dcterms:W3CDTF">2026-08-22T06:25:58Z</dcterms:modified>
  <cp:category/>
</cp:coreProperties>
</file>